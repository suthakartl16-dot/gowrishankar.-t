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ComicCraft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ComicCraft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Comic Story Creator using Gemini Models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Gowrisankar Thangavel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II-BCA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 Murugesan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 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Hariharan 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 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ComicCraft?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ComicCraft is an AI-powered comic story creation platform.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Google Gemini Models to generate creative stories.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provide a simple idea or prompt.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converts the idea into a structured comic storyline.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create comics quickly and creatively.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of ComicCraft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story generation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dialogue creation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and scene development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divided into comic panels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ideas from simple prompts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easy comic creation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of ComicCraft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→ Story Prompt → Gemini AI Processing → Story &amp; Dialogue Generation → Characters + Scenes → Comic Panels → Final Comic Story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Models – AI story and dialogue generation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– Creative content generation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– Understanding user prompts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User-friendly comic creation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– Connecting the application with Gemini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ComicCraft makes comic creation easier using AI.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transforms simple ideas into engaging stories.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the time and effort needed to create comics.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students, writers, artists and content creators.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ComicCraft combines Creativity + AI + Storytelling.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2026-09-30T16:29:39Z</dcterms:created>
  <dcterms:modified xsi:type="dcterms:W3CDTF">2026-09-30T16:29:39Z</dcterms:modified>
</cp:coreProperties>
</file>